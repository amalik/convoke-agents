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Expansion Vision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AXIS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960120" cy="475488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544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90472" y="1554480"/>
            <a:ext cx="960120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90472" y="15544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23744" y="1554480"/>
            <a:ext cx="960120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23744" y="15544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57016" y="1554480"/>
            <a:ext cx="960120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57016" y="15544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90288" y="1554480"/>
            <a:ext cx="960120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90288" y="15544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1554480"/>
            <a:ext cx="960120" cy="475488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15544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56832" y="1554480"/>
            <a:ext cx="960120" cy="475488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56832" y="15544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90104" y="1554480"/>
            <a:ext cx="960120" cy="475488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90104" y="15544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103120"/>
            <a:ext cx="182880" cy="13716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0848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508760" y="2103120"/>
            <a:ext cx="18288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1737360" y="20848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246888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MESH AXIS (reference pattern)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743200"/>
            <a:ext cx="1627632" cy="384048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2743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57984" y="2743200"/>
            <a:ext cx="1627632" cy="384048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157984" y="2743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58768" y="2743200"/>
            <a:ext cx="1627632" cy="384048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858768" y="2743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59552" y="2743200"/>
            <a:ext cx="1627632" cy="384048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59552" y="2743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PlatformOps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60336" y="2743200"/>
            <a:ext cx="1627632" cy="384048"/>
          </a:xfrm>
          <a:prstGeom prst="rect">
            <a:avLst/>
          </a:prstGeom>
          <a:solidFill>
            <a:srgbClr val="2D2B5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60336" y="2743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4290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CAPABILITIES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703320"/>
            <a:ext cx="2011680" cy="347472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703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42032" y="3703320"/>
            <a:ext cx="2011680" cy="347472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542032" y="3703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26864" y="3703320"/>
            <a:ext cx="2011680" cy="347472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26864" y="3703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11696" y="3703320"/>
            <a:ext cx="2011680" cy="347472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711696" y="3703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Change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Discovery Engine to Full-Lifecycle Agentic Platform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Amalik Amriou — Agentic Product Lead — March 2026 — Exploratory / Pre-specification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Convoke Agents — Lifecycle Expansion Vision</dc:title>
  <dc:subject>PptxGenJS Presentation</dc:subject>
  <dc:creator>Amalik Amriou</dc:creator>
  <cp:lastModifiedBy>Amalik Amriou</cp:lastModifiedBy>
  <cp:revision>1</cp:revision>
  <dcterms:created xsi:type="dcterms:W3CDTF">2026-03-28T09:29:21Z</dcterms:created>
  <dcterms:modified xsi:type="dcterms:W3CDTF">2026-03-28T09:29:21Z</dcterms:modified>
</cp:coreProperties>
</file>